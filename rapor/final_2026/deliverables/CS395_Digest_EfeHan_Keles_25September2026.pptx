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a1e87c836994f61" /><Relationship Type="http://schemas.openxmlformats.org/officeDocument/2006/relationships/extended-properties" Target="/docProps/app.xml" Id="R5da220b6a8414398" /><Relationship Type="http://schemas.openxmlformats.org/officeDocument/2006/relationships/officeDocument" Target="/ppt/presentation.xml" Id="R7c2b6257425e4ed1" /></Relationships>
</file>

<file path=ppt/presentation.xml><?xml version="1.0" encoding="utf-8"?>
<p:presentation xmlns:p="http://schemas.openxmlformats.org/presentationml/2006/main">
  <p:sldMasterIdLst>
    <p:sldMasterId xmlns:r="http://schemas.openxmlformats.org/officeDocument/2006/relationships" id="2147483648" r:id="R3725c6eaf89b4ee3"/>
  </p:sldMasterIdLst>
  <p:notesMasterIdLst>
    <p:notesMasterId xmlns:r="http://schemas.openxmlformats.org/officeDocument/2006/relationships" r:id="R54e476cc1d2c4e4a"/>
  </p:notesMasterIdLst>
  <p:sldIdLst>
    <p:sldId xmlns:r="http://schemas.openxmlformats.org/officeDocument/2006/relationships" id="256" r:id="R3a89232efb264f0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1e425a992104721" /><Relationship Type="http://schemas.openxmlformats.org/officeDocument/2006/relationships/slideMaster" Target="/ppt/slideMasters/slideMaster1.xml" Id="R3725c6eaf89b4ee3" /><Relationship Type="http://schemas.openxmlformats.org/officeDocument/2006/relationships/notesMaster" Target="/ppt/notesMasters/notesMaster1.xml" Id="R54e476cc1d2c4e4a" /><Relationship Type="http://schemas.openxmlformats.org/officeDocument/2006/relationships/presProps" Target="/ppt/presProps.xml" Id="Ra0bf151e6eff4a73" /><Relationship Type="http://schemas.openxmlformats.org/officeDocument/2006/relationships/tableStyles" Target="/ppt/tableStyles.xml" Id="Rfb005f3ab8cc4d4d" /><Relationship Type="http://schemas.openxmlformats.org/officeDocument/2006/relationships/slide" Target="/ppt/slides/slide1.xml" Id="R3a89232efb264f0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0b87fddc6e5444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ef8667e95094bb0" /><Relationship Type="http://schemas.openxmlformats.org/officeDocument/2006/relationships/notesMaster" Target="/ppt/notesMasters/notesMaster1.xml" Id="R46df541aa1e6467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Submission date: [TO COMPLETE]. Supervisor: Önder Çelebi, Director of the Planning and Development Directorate. E92 used 12,269 training parents, four views each (49,076 views). The separate but reused development set contains 160 real and 160 AI parents. Processed condition means long-side cap 1080 then JPEG75. Twenty numerical development checks passed, but E92 newly missed one original AI image detected by E43. No independent final-test success or production deployment is claimed. Model2 remains experimental. Sources: Keleş (2026), https://github.com/EfeHanKeles346/ai-image-detector/tree/497d45c, E92 evidence and E135 localization result. Student-confirmed internship information. Full sources in report Section 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db99251d456489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9524f37203c46a7" /><Relationship Type="http://schemas.openxmlformats.org/officeDocument/2006/relationships/slideLayout" Target="/ppt/slideLayouts/slideLayout1.xml" Id="Re4b034ca2c5b47f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4b034ca2c5b47f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9885d02e2714d1c" /><Relationship Type="http://schemas.openxmlformats.org/officeDocument/2006/relationships/notesSlide" Target="/ppt/notesSlides/notesSlide1.xml" Id="R1efa80b1bd7c449b"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0FD7C36-5F6C-42BF-8F01-6632ED02544C}"/>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 PixelProof AI image detection</a:t>
            </a:r>
          </a:p>
        </p:txBody>
      </p:sp>
      <p:sp>
        <p:nvSpPr>
          <p:cNvPr id="2" name="">
            <a:extLst xmlns:a="http://schemas.openxmlformats.org/drawingml/2006/main">
              <a:ext uri="{FF2B5EF4-FFF2-40B4-BE49-F238E27FC236}">
                <a16:creationId xmlns:a16="http://schemas.microsoft.com/office/drawing/2014/main" id="{DE17EE7C-0726-47AA-BDA6-9475322E626E}"/>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r>
              <a:t/>
            </a:r>
          </a:p>
        </p:txBody>
      </p:sp>
      <p:sp>
        <p:nvSpPr>
          <p:cNvPr id="3" name="">
            <a:extLst xmlns:a="http://schemas.openxmlformats.org/drawingml/2006/main">
              <a:ext uri="{FF2B5EF4-FFF2-40B4-BE49-F238E27FC236}">
                <a16:creationId xmlns:a16="http://schemas.microsoft.com/office/drawing/2014/main" id="{5CC2FAD1-B820-4C6F-90F8-C8B3F4457152}"/>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a:t>
            </a:r>
          </a:p>
        </p:txBody>
      </p:sp>
      <p:sp>
        <p:nvSpPr>
          <p:cNvPr id="4" name="">
            <a:extLst xmlns:a="http://schemas.openxmlformats.org/drawingml/2006/main">
              <a:ext uri="{FF2B5EF4-FFF2-40B4-BE49-F238E27FC236}">
                <a16:creationId xmlns:a16="http://schemas.microsoft.com/office/drawing/2014/main" id="{DB8511A7-4023-4B36-B7A3-3BCCE92BC2DE}"/>
              </a:ext>
            </a:extLst>
          </p:cNvPr>
          <p:cNvSpPr>
            <a:spLocks xmlns:a="http://schemas.openxmlformats.org/drawingml/2006/main" noGrp="1"/>
          </p:cNvSpPr>
          <p:nvPr/>
        </p:nvSpPr>
        <p:spPr>
          <a:xfrm xmlns:a="http://schemas.openxmlformats.org/drawingml/2006/main">
            <a:off x="685800" y="1362075"/>
            <a:ext cx="108204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000000"/>
                </a:solidFill>
                <a:latin typeface="Times New Roman"/>
                <a:ea typeface="Times New Roman"/>
                <a:cs typeface="Times New Roman"/>
              </a:defRPr>
            </a:pPr>
            <a:r>
              <a:rPr sz="2175" b="1">
                <a:solidFill>
                  <a:srgbClr val="000000"/>
                </a:solidFill>
                <a:latin typeface="Times New Roman"/>
                <a:ea typeface="Times New Roman"/>
                <a:cs typeface="Times New Roman"/>
              </a:rPr>
              <a:t>Türk Telekom</a:t>
            </a:r>
          </a:p>
          <a:p xmlns:a="http://schemas.openxmlformats.org/drawingml/2006/main">
            <a:pPr algn="l">
              <a:defRPr sz="2175" b="1">
                <a:solidFill>
                  <a:srgbClr val="000000"/>
                </a:solidFill>
                <a:latin typeface="Times New Roman"/>
                <a:ea typeface="Times New Roman"/>
                <a:cs typeface="Times New Roman"/>
              </a:defRPr>
            </a:pPr>
            <a:r>
              <a:rPr sz="2175" b="1">
                <a:solidFill>
                  <a:srgbClr val="000000"/>
                </a:solidFill>
                <a:latin typeface="Times New Roman"/>
                <a:ea typeface="Times New Roman"/>
                <a:cs typeface="Times New Roman"/>
              </a:rPr>
              <a:t>Efe Han Keleş, Computer Science and Engineering</a:t>
            </a:r>
          </a:p>
        </p:txBody>
      </p:sp>
      <p:sp>
        <p:nvSpPr>
          <p:cNvPr id="5" name="">
            <a:extLst xmlns:a="http://schemas.openxmlformats.org/drawingml/2006/main">
              <a:ext uri="{FF2B5EF4-FFF2-40B4-BE49-F238E27FC236}">
                <a16:creationId xmlns:a16="http://schemas.microsoft.com/office/drawing/2014/main" id="{110BE177-BC06-4B00-89E2-D42D559D9825}"/>
              </a:ext>
            </a:extLst>
          </p:cNvPr>
          <p:cNvSpPr>
            <a:spLocks xmlns:a="http://schemas.openxmlformats.org/drawingml/2006/main" noGrp="1"/>
          </p:cNvSpPr>
          <p:nvPr/>
        </p:nvSpPr>
        <p:spPr>
          <a:xfrm xmlns:a="http://schemas.openxmlformats.org/drawingml/2006/main">
            <a:off x="685800" y="2238375"/>
            <a:ext cx="108204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0">
                <a:solidFill>
                  <a:srgbClr val="000000"/>
                </a:solidFill>
                <a:latin typeface="Times New Roman"/>
                <a:ea typeface="Times New Roman"/>
                <a:cs typeface="Times New Roman"/>
              </a:defRPr>
            </a:pPr>
            <a:r>
              <a:rPr sz="1875" b="0">
                <a:solidFill>
                  <a:srgbClr val="000000"/>
                </a:solidFill>
                <a:latin typeface="Times New Roman"/>
                <a:ea typeface="Times New Roman"/>
                <a:cs typeface="Times New Roman"/>
              </a:rPr>
              <a:t>20 July–18 September 2026, 40 approved internship days</a:t>
            </a:r>
          </a:p>
          <a:p xmlns:a="http://schemas.openxmlformats.org/drawingml/2006/main">
            <a:pPr algn="l">
              <a:defRPr sz="1875" b="0">
                <a:solidFill>
                  <a:srgbClr val="000000"/>
                </a:solidFill>
                <a:latin typeface="Times New Roman"/>
                <a:ea typeface="Times New Roman"/>
                <a:cs typeface="Times New Roman"/>
              </a:defRPr>
            </a:pPr>
            <a:r>
              <a:rPr sz="1875" b="0">
                <a:solidFill>
                  <a:srgbClr val="000000"/>
                </a:solidFill>
                <a:latin typeface="Times New Roman"/>
                <a:ea typeface="Times New Roman"/>
                <a:cs typeface="Times New Roman"/>
              </a:rPr>
              <a:t>Fatih Sultan Mehmet Mah., Balkan Cad. No:49, 34771 Ümraniye / İstanbul</a:t>
            </a:r>
          </a:p>
        </p:txBody>
      </p:sp>
      <p:sp>
        <p:nvSpPr>
          <p:cNvPr id="6" name="">
            <a:extLst xmlns:a="http://schemas.openxmlformats.org/drawingml/2006/main">
              <a:ext uri="{FF2B5EF4-FFF2-40B4-BE49-F238E27FC236}">
                <a16:creationId xmlns:a16="http://schemas.microsoft.com/office/drawing/2014/main" id="{79109418-3171-49EE-B5B9-EC0E1306CC9C}"/>
              </a:ext>
            </a:extLst>
          </p:cNvPr>
          <p:cNvSpPr>
            <a:spLocks xmlns:a="http://schemas.openxmlformats.org/drawingml/2006/main" noGrp="1"/>
          </p:cNvSpPr>
          <p:nvPr/>
        </p:nvSpPr>
        <p:spPr>
          <a:xfrm xmlns:a="http://schemas.openxmlformats.org/drawingml/2006/main">
            <a:off x="685800" y="3200400"/>
            <a:ext cx="2381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325" b="1">
                <a:solidFill>
                  <a:srgbClr val="000000"/>
                </a:solidFill>
                <a:latin typeface="Times New Roman"/>
                <a:ea typeface="Times New Roman"/>
                <a:cs typeface="Times New Roman"/>
              </a:defRPr>
            </a:pPr>
            <a:r>
              <a:rPr sz="2325" b="1">
                <a:solidFill>
                  <a:srgbClr val="000000"/>
                </a:solidFill>
                <a:latin typeface="Times New Roman"/>
                <a:ea typeface="Times New Roman"/>
                <a:cs typeface="Times New Roman"/>
              </a:rPr>
              <a:t>Objective</a:t>
            </a:r>
          </a:p>
        </p:txBody>
      </p:sp>
      <p:sp>
        <p:nvSpPr>
          <p:cNvPr id="7" name="">
            <a:extLst xmlns:a="http://schemas.openxmlformats.org/drawingml/2006/main">
              <a:ext uri="{FF2B5EF4-FFF2-40B4-BE49-F238E27FC236}">
                <a16:creationId xmlns:a16="http://schemas.microsoft.com/office/drawing/2014/main" id="{629F8D7D-DDE0-4E54-81B4-9AA0D76B6E2B}"/>
              </a:ext>
            </a:extLst>
          </p:cNvPr>
          <p:cNvSpPr>
            <a:spLocks xmlns:a="http://schemas.openxmlformats.org/drawingml/2006/main" noGrp="1"/>
          </p:cNvSpPr>
          <p:nvPr/>
        </p:nvSpPr>
        <p:spPr>
          <a:xfrm xmlns:a="http://schemas.openxmlformats.org/drawingml/2006/main">
            <a:off x="3286125" y="3200400"/>
            <a:ext cx="8239125"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0">
                <a:solidFill>
                  <a:srgbClr val="000000"/>
                </a:solidFill>
                <a:latin typeface="Times New Roman"/>
                <a:ea typeface="Times New Roman"/>
                <a:cs typeface="Times New Roman"/>
              </a:defRPr>
            </a:pPr>
            <a:r>
              <a:rPr sz="2175" b="0">
                <a:solidFill>
                  <a:srgbClr val="000000"/>
                </a:solidFill>
                <a:latin typeface="Times New Roman"/>
                <a:ea typeface="Times New Roman"/>
                <a:cs typeface="Times New Roman"/>
              </a:rPr>
              <a:t>Reduce false AI warnings on real photographs</a:t>
            </a:r>
          </a:p>
          <a:p xmlns:a="http://schemas.openxmlformats.org/drawingml/2006/main">
            <a:pPr algn="l">
              <a:defRPr sz="2175" b="0">
                <a:solidFill>
                  <a:srgbClr val="000000"/>
                </a:solidFill>
                <a:latin typeface="Times New Roman"/>
                <a:ea typeface="Times New Roman"/>
                <a:cs typeface="Times New Roman"/>
              </a:defRPr>
            </a:pPr>
            <a:r>
              <a:rPr sz="2175" b="0">
                <a:solidFill>
                  <a:srgbClr val="000000"/>
                </a:solidFill>
                <a:latin typeface="Times New Roman"/>
                <a:ea typeface="Times New Roman"/>
                <a:cs typeface="Times New Roman"/>
              </a:rPr>
              <a:t>while preserving AI detection. Explore local AI edits.</a:t>
            </a:r>
          </a:p>
        </p:txBody>
      </p:sp>
      <p:sp>
        <p:nvSpPr>
          <p:cNvPr id="8" name="">
            <a:extLst xmlns:a="http://schemas.openxmlformats.org/drawingml/2006/main">
              <a:ext uri="{FF2B5EF4-FFF2-40B4-BE49-F238E27FC236}">
                <a16:creationId xmlns:a16="http://schemas.microsoft.com/office/drawing/2014/main" id="{E0284864-07F7-4880-AAC1-893F9E2FF601}"/>
              </a:ext>
            </a:extLst>
          </p:cNvPr>
          <p:cNvSpPr>
            <a:spLocks xmlns:a="http://schemas.openxmlformats.org/drawingml/2006/main" noGrp="1"/>
          </p:cNvSpPr>
          <p:nvPr/>
        </p:nvSpPr>
        <p:spPr>
          <a:xfrm xmlns:a="http://schemas.openxmlformats.org/drawingml/2006/main">
            <a:off x="685800" y="4171950"/>
            <a:ext cx="2381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325" b="1">
                <a:solidFill>
                  <a:srgbClr val="000000"/>
                </a:solidFill>
                <a:latin typeface="Times New Roman"/>
                <a:ea typeface="Times New Roman"/>
                <a:cs typeface="Times New Roman"/>
              </a:defRPr>
            </a:pPr>
            <a:r>
              <a:rPr sz="2325" b="1">
                <a:solidFill>
                  <a:srgbClr val="000000"/>
                </a:solidFill>
                <a:latin typeface="Times New Roman"/>
                <a:ea typeface="Times New Roman"/>
                <a:cs typeface="Times New Roman"/>
              </a:rPr>
              <a:t>Outcome</a:t>
            </a:r>
          </a:p>
        </p:txBody>
      </p:sp>
      <p:sp>
        <p:nvSpPr>
          <p:cNvPr id="9" name="">
            <a:extLst xmlns:a="http://schemas.openxmlformats.org/drawingml/2006/main">
              <a:ext uri="{FF2B5EF4-FFF2-40B4-BE49-F238E27FC236}">
                <a16:creationId xmlns:a16="http://schemas.microsoft.com/office/drawing/2014/main" id="{0C3FBB3E-CC66-4F86-8983-EDD7FB936078}"/>
              </a:ext>
            </a:extLst>
          </p:cNvPr>
          <p:cNvSpPr>
            <a:spLocks xmlns:a="http://schemas.openxmlformats.org/drawingml/2006/main" noGrp="1"/>
          </p:cNvSpPr>
          <p:nvPr/>
        </p:nvSpPr>
        <p:spPr>
          <a:xfrm xmlns:a="http://schemas.openxmlformats.org/drawingml/2006/main">
            <a:off x="3286125" y="4171950"/>
            <a:ext cx="823912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025" b="0">
                <a:solidFill>
                  <a:srgbClr val="000000"/>
                </a:solidFill>
                <a:latin typeface="Times New Roman"/>
                <a:ea typeface="Times New Roman"/>
                <a:cs typeface="Times New Roman"/>
              </a:defRPr>
            </a:pPr>
            <a:r>
              <a:rPr sz="2025" b="0">
                <a:solidFill>
                  <a:srgbClr val="000000"/>
                </a:solidFill>
                <a:latin typeface="Times New Roman"/>
                <a:ea typeface="Times New Roman"/>
                <a:cs typeface="Times New Roman"/>
              </a:rPr>
              <a:t>Working local demo and documented experiments.</a:t>
            </a:r>
          </a:p>
          <a:p xmlns:a="http://schemas.openxmlformats.org/drawingml/2006/main">
            <a:pPr algn="l">
              <a:defRPr sz="2025" b="0">
                <a:solidFill>
                  <a:srgbClr val="000000"/>
                </a:solidFill>
                <a:latin typeface="Times New Roman"/>
                <a:ea typeface="Times New Roman"/>
                <a:cs typeface="Times New Roman"/>
              </a:defRPr>
            </a:pPr>
            <a:r>
              <a:rPr sz="2025" b="0">
                <a:solidFill>
                  <a:srgbClr val="000000"/>
                </a:solidFill>
                <a:latin typeface="Times New Roman"/>
                <a:ea typeface="Times New Roman"/>
                <a:cs typeface="Times New Roman"/>
              </a:rPr>
              <a:t>On reused development data: 159/160 AI detected per condition.</a:t>
            </a:r>
          </a:p>
          <a:p xmlns:a="http://schemas.openxmlformats.org/drawingml/2006/main">
            <a:pPr algn="l">
              <a:defRPr sz="2025" b="0">
                <a:solidFill>
                  <a:srgbClr val="000000"/>
                </a:solidFill>
                <a:latin typeface="Times New Roman"/>
                <a:ea typeface="Times New Roman"/>
                <a:cs typeface="Times New Roman"/>
              </a:defRPr>
            </a:pPr>
            <a:r>
              <a:rPr sz="2025" b="0">
                <a:solidFill>
                  <a:srgbClr val="000000"/>
                </a:solidFill>
                <a:latin typeface="Times New Roman"/>
                <a:ea typeface="Times New Roman"/>
                <a:cs typeface="Times New Roman"/>
              </a:rPr>
              <a:t>Real false warnings: 0/160 original, 14/160 after processing.</a:t>
            </a:r>
          </a:p>
        </p:txBody>
      </p:sp>
      <p:sp>
        <p:nvSpPr>
          <p:cNvPr id="10" name="">
            <a:extLst xmlns:a="http://schemas.openxmlformats.org/drawingml/2006/main">
              <a:ext uri="{FF2B5EF4-FFF2-40B4-BE49-F238E27FC236}">
                <a16:creationId xmlns:a16="http://schemas.microsoft.com/office/drawing/2014/main" id="{8B1F3599-C74B-4301-A485-AC43242EF756}"/>
              </a:ext>
            </a:extLst>
          </p:cNvPr>
          <p:cNvSpPr>
            <a:spLocks xmlns:a="http://schemas.openxmlformats.org/drawingml/2006/main" noGrp="1"/>
          </p:cNvSpPr>
          <p:nvPr/>
        </p:nvSpPr>
        <p:spPr>
          <a:xfrm xmlns:a="http://schemas.openxmlformats.org/drawingml/2006/main">
            <a:off x="685800" y="5429250"/>
            <a:ext cx="238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325" b="1">
                <a:solidFill>
                  <a:srgbClr val="000000"/>
                </a:solidFill>
                <a:latin typeface="Times New Roman"/>
                <a:ea typeface="Times New Roman"/>
                <a:cs typeface="Times New Roman"/>
              </a:defRPr>
            </a:pPr>
            <a:r>
              <a:rPr sz="2325" b="1">
                <a:solidFill>
                  <a:srgbClr val="000000"/>
                </a:solidFill>
                <a:latin typeface="Times New Roman"/>
                <a:ea typeface="Times New Roman"/>
                <a:cs typeface="Times New Roman"/>
              </a:rPr>
              <a:t>Limit</a:t>
            </a:r>
          </a:p>
        </p:txBody>
      </p:sp>
      <p:sp>
        <p:nvSpPr>
          <p:cNvPr id="11" name="">
            <a:extLst xmlns:a="http://schemas.openxmlformats.org/drawingml/2006/main">
              <a:ext uri="{FF2B5EF4-FFF2-40B4-BE49-F238E27FC236}">
                <a16:creationId xmlns:a16="http://schemas.microsoft.com/office/drawing/2014/main" id="{1A532B57-7CE4-45CC-91C1-3BE12F1FBCA1}"/>
              </a:ext>
            </a:extLst>
          </p:cNvPr>
          <p:cNvSpPr>
            <a:spLocks xmlns:a="http://schemas.openxmlformats.org/drawingml/2006/main" noGrp="1"/>
          </p:cNvSpPr>
          <p:nvPr/>
        </p:nvSpPr>
        <p:spPr>
          <a:xfrm xmlns:a="http://schemas.openxmlformats.org/drawingml/2006/main">
            <a:off x="3286125" y="5429250"/>
            <a:ext cx="82391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025" b="0">
                <a:solidFill>
                  <a:srgbClr val="000000"/>
                </a:solidFill>
                <a:latin typeface="Times New Roman"/>
                <a:ea typeface="Times New Roman"/>
                <a:cs typeface="Times New Roman"/>
              </a:defRPr>
            </a:pPr>
            <a:r>
              <a:rPr sz="2025" b="0">
                <a:solidFill>
                  <a:srgbClr val="000000"/>
                </a:solidFill>
                <a:latin typeface="Times New Roman"/>
                <a:ea typeface="Times New Roman"/>
                <a:cs typeface="Times New Roman"/>
              </a:rPr>
              <a:t>One new AI miss prevented full acceptance.</a:t>
            </a:r>
          </a:p>
          <a:p xmlns:a="http://schemas.openxmlformats.org/drawingml/2006/main">
            <a:pPr algn="l">
              <a:defRPr sz="2025" b="0">
                <a:solidFill>
                  <a:srgbClr val="000000"/>
                </a:solidFill>
                <a:latin typeface="Times New Roman"/>
                <a:ea typeface="Times New Roman"/>
                <a:cs typeface="Times New Roman"/>
              </a:defRPr>
            </a:pPr>
            <a:r>
              <a:rPr sz="2025" b="0">
                <a:solidFill>
                  <a:srgbClr val="000000"/>
                </a:solidFill>
                <a:latin typeface="Times New Roman"/>
                <a:ea typeface="Times New Roman"/>
                <a:cs typeface="Times New Roman"/>
              </a:rPr>
              <a:t>Broader reliability and Model2 remain unproven.</a:t>
            </a:r>
          </a:p>
        </p:txBody>
      </p:sp>
      <p:sp>
        <p:nvSpPr>
          <p:cNvPr id="12" name="">
            <a:extLst xmlns:a="http://schemas.openxmlformats.org/drawingml/2006/main">
              <a:ext uri="{FF2B5EF4-FFF2-40B4-BE49-F238E27FC236}">
                <a16:creationId xmlns:a16="http://schemas.microsoft.com/office/drawing/2014/main" id="{5AEFF591-4A2F-4AF0-B947-0430F068C1EC}"/>
              </a:ext>
            </a:extLst>
          </p:cNvPr>
          <p:cNvSpPr>
            <a:spLocks xmlns:a="http://schemas.openxmlformats.org/drawingml/2006/main" noGrp="1"/>
          </p:cNvSpPr>
          <p:nvPr/>
        </p:nvSpPr>
        <p:spPr>
          <a:xfrm xmlns:a="http://schemas.openxmlformats.org/drawingml/2006/main">
            <a:off x="685800" y="6381750"/>
            <a:ext cx="10820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425" b="0">
                <a:solidFill>
                  <a:srgbClr val="000000"/>
                </a:solidFill>
                <a:latin typeface="Times New Roman"/>
                <a:ea typeface="Times New Roman"/>
                <a:cs typeface="Times New Roman"/>
              </a:defRPr>
            </a:pPr>
            <a:r>
              <a:rPr sz="1425" b="0">
                <a:solidFill>
                  <a:srgbClr val="000000"/>
                </a:solidFill>
                <a:latin typeface="Times New Roman"/>
                <a:ea typeface="Times New Roman"/>
                <a:cs typeface="Times New Roman"/>
              </a:rPr>
              <a:t>Supervisor: Önder Çelebi, Director   Submission date: [TO COMPLETE]</a:t>
            </a:r>
          </a:p>
        </p:txBody>
      </p:sp>
    </p:spTree>
    <p:extLst>
      <p:ext uri="{BB962C8B-B14F-4D97-AF65-F5344CB8AC3E}">
        <p14:creationId xmlns:p14="http://schemas.microsoft.com/office/powerpoint/2010/main" val="188047869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2026-09-29T08:23:55.3340000Z</dcterms:created>
  <dcterms:modified xsi:type="dcterms:W3CDTF">2026-09-29T08:23:55.3340000Z</dcterms:modified>
</coreProperties>
</file>