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113eb602554018" /><Relationship Type="http://schemas.openxmlformats.org/officeDocument/2006/relationships/extended-properties" Target="/docProps/app.xml" Id="Recaf82f4cede4733" /><Relationship Type="http://schemas.openxmlformats.org/officeDocument/2006/relationships/officeDocument" Target="/ppt/presentation.xml" Id="R337f5c95981b462e" /></Relationships>
</file>

<file path=ppt/presentation.xml><?xml version="1.0" encoding="utf-8"?>
<p:presentation xmlns:p="http://schemas.openxmlformats.org/presentationml/2006/main">
  <p:sldMasterIdLst>
    <p:sldMasterId xmlns:r="http://schemas.openxmlformats.org/officeDocument/2006/relationships" id="2147483648" r:id="R707a7c525bd64649"/>
  </p:sldMasterIdLst>
  <p:notesMasterIdLst>
    <p:notesMasterId xmlns:r="http://schemas.openxmlformats.org/officeDocument/2006/relationships" r:id="Raa40017d5c6c4716"/>
  </p:notesMasterIdLst>
  <p:sldIdLst>
    <p:sldId xmlns:r="http://schemas.openxmlformats.org/officeDocument/2006/relationships" id="256" r:id="Ra5f1027591134e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cc368d5ee64173" /><Relationship Type="http://schemas.openxmlformats.org/officeDocument/2006/relationships/slideMaster" Target="/ppt/slideMasters/slideMaster1.xml" Id="R707a7c525bd64649" /><Relationship Type="http://schemas.openxmlformats.org/officeDocument/2006/relationships/notesMaster" Target="/ppt/notesMasters/notesMaster1.xml" Id="Raa40017d5c6c4716" /><Relationship Type="http://schemas.openxmlformats.org/officeDocument/2006/relationships/presProps" Target="/ppt/presProps.xml" Id="Rbd035adaa614484c" /><Relationship Type="http://schemas.openxmlformats.org/officeDocument/2006/relationships/tableStyles" Target="/ppt/tableStyles.xml" Id="R410c98a9c6c04526" /><Relationship Type="http://schemas.openxmlformats.org/officeDocument/2006/relationships/slide" Target="/ppt/slides/slide1.xml" Id="Ra5f1027591134e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6bfd66485547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c71b8491be4636" /><Relationship Type="http://schemas.openxmlformats.org/officeDocument/2006/relationships/notesMaster" Target="/ppt/notesMasters/notesMaster1.xml" Id="Rd0b1c3669def43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Standalone internship digest. E92 learned adaptation used 12,269 training parents and four processing views per parent, or 49,076 views. These are distinct from the development set. Original and social-style views use the same 320 development parents: 160 real and 160 AI. Social-style means long-side cap 1080 followed by JPEG75. E92 newly missed one original AI image caught by E43, so full acceptance failed despite the numeric milestone. Model2 remains experimental. The student confirmed the internship office as Fatih Sultan Mehmet Mah., Balkan Cad. No:49, 34771 Ümraniye / İstanbul on 25 September 2026. Supervisor: Önder Çelebi, Director of the Planning and Development Directorate. Submission date: [TO COMPLETE]. Full sources and limitations are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96ddd09f5449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cde356ee044e4e" /><Relationship Type="http://schemas.openxmlformats.org/officeDocument/2006/relationships/slideLayout" Target="/ppt/slideLayouts/slideLayout1.xml" Id="Rd4b623339f9148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b623339f9148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b10c81127742b9" /><Relationship Type="http://schemas.openxmlformats.org/officeDocument/2006/relationships/notesSlide" Target="/ppt/notesSlides/notesSlide1.xml" Id="R8aa59cf9098b42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CBAB51-5FA0-4685-A23D-7759A486FA58}"/>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 PixelProof: AI Image Detection</a:t>
            </a:r>
          </a:p>
        </p:txBody>
      </p:sp>
      <p:sp>
        <p:nvSpPr>
          <p:cNvPr id="2" name="">
            <a:extLst xmlns:a="http://schemas.openxmlformats.org/drawingml/2006/main">
              <a:ext uri="{FF2B5EF4-FFF2-40B4-BE49-F238E27FC236}">
                <a16:creationId xmlns:a16="http://schemas.microsoft.com/office/drawing/2014/main" id="{AED75251-B14C-4CC3-8A66-94ED7F97A836}"/>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CS395 digest · source snapshot 497d45c · research prototype</a:t>
            </a:r>
          </a:p>
        </p:txBody>
      </p:sp>
      <p:sp>
        <p:nvSpPr>
          <p:cNvPr id="3" name="">
            <a:extLst xmlns:a="http://schemas.openxmlformats.org/drawingml/2006/main">
              <a:ext uri="{FF2B5EF4-FFF2-40B4-BE49-F238E27FC236}">
                <a16:creationId xmlns:a16="http://schemas.microsoft.com/office/drawing/2014/main" id="{5B9D3B44-2358-4CB0-A022-2B8EF4BCD2F5}"/>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E780FEC9-ADA5-4201-9F89-75905C655EFD}"/>
              </a:ext>
            </a:extLst>
          </p:cNvPr>
          <p:cNvSpPr>
            <a:spLocks xmlns:a="http://schemas.openxmlformats.org/drawingml/2006/main" noGrp="1"/>
          </p:cNvSpPr>
          <p:nvPr/>
        </p:nvSpPr>
        <p:spPr>
          <a:xfrm xmlns:a="http://schemas.openxmlformats.org/drawingml/2006/main">
            <a:off x="685800" y="14001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Türk Telekom · Efe Han Keleş · Computer Science and Engineering</a:t>
            </a:r>
          </a:p>
        </p:txBody>
      </p:sp>
      <p:sp>
        <p:nvSpPr>
          <p:cNvPr id="5" name="">
            <a:extLst xmlns:a="http://schemas.openxmlformats.org/drawingml/2006/main">
              <a:ext uri="{FF2B5EF4-FFF2-40B4-BE49-F238E27FC236}">
                <a16:creationId xmlns:a16="http://schemas.microsoft.com/office/drawing/2014/main" id="{148D5D96-4BB7-47A9-95F2-C6156F2D8863}"/>
              </a:ext>
            </a:extLst>
          </p:cNvPr>
          <p:cNvSpPr>
            <a:spLocks xmlns:a="http://schemas.openxmlformats.org/drawingml/2006/main" noGrp="1"/>
          </p:cNvSpPr>
          <p:nvPr/>
        </p:nvSpPr>
        <p:spPr>
          <a:xfrm xmlns:a="http://schemas.openxmlformats.org/drawingml/2006/main">
            <a:off x="685800" y="20097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20 July–18 September 2026 · 40 approved internship days</a:t>
            </a:r>
          </a:p>
        </p:txBody>
      </p:sp>
      <p:sp>
        <p:nvSpPr>
          <p:cNvPr id="6" name="">
            <a:extLst xmlns:a="http://schemas.openxmlformats.org/drawingml/2006/main">
              <a:ext uri="{FF2B5EF4-FFF2-40B4-BE49-F238E27FC236}">
                <a16:creationId xmlns:a16="http://schemas.microsoft.com/office/drawing/2014/main" id="{59ED9F4A-FD50-423A-A631-4499220C640F}"/>
              </a:ext>
            </a:extLst>
          </p:cNvPr>
          <p:cNvSpPr>
            <a:spLocks xmlns:a="http://schemas.openxmlformats.org/drawingml/2006/main" noGrp="1"/>
          </p:cNvSpPr>
          <p:nvPr/>
        </p:nvSpPr>
        <p:spPr>
          <a:xfrm xmlns:a="http://schemas.openxmlformats.org/drawingml/2006/main">
            <a:off x="685800" y="2428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Internship office: Fatih Sultan Mehmet Mah., Balkan Cad. No:49,</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34771 Ümraniye / İstanbul</a:t>
            </a:r>
          </a:p>
        </p:txBody>
      </p:sp>
      <p:sp>
        <p:nvSpPr>
          <p:cNvPr id="7" name="">
            <a:extLst xmlns:a="http://schemas.openxmlformats.org/drawingml/2006/main">
              <a:ext uri="{FF2B5EF4-FFF2-40B4-BE49-F238E27FC236}">
                <a16:creationId xmlns:a16="http://schemas.microsoft.com/office/drawing/2014/main" id="{D0F8BAAB-3AA0-44F0-AF47-D333BFDB038A}"/>
              </a:ext>
            </a:extLst>
          </p:cNvPr>
          <p:cNvSpPr>
            <a:spLocks xmlns:a="http://schemas.openxmlformats.org/drawingml/2006/main" noGrp="1"/>
          </p:cNvSpPr>
          <p:nvPr/>
        </p:nvSpPr>
        <p:spPr>
          <a:xfrm xmlns:a="http://schemas.openxmlformats.org/drawingml/2006/main">
            <a:off x="685800" y="31242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Objective</a:t>
            </a:r>
          </a:p>
        </p:txBody>
      </p:sp>
      <p:sp>
        <p:nvSpPr>
          <p:cNvPr id="8" name="">
            <a:extLst xmlns:a="http://schemas.openxmlformats.org/drawingml/2006/main">
              <a:ext uri="{FF2B5EF4-FFF2-40B4-BE49-F238E27FC236}">
                <a16:creationId xmlns:a16="http://schemas.microsoft.com/office/drawing/2014/main" id="{6391FB2C-BDEB-415F-88A8-18D3706368DD}"/>
              </a:ext>
            </a:extLst>
          </p:cNvPr>
          <p:cNvSpPr>
            <a:spLocks xmlns:a="http://schemas.openxmlformats.org/drawingml/2006/main" noGrp="1"/>
          </p:cNvSpPr>
          <p:nvPr/>
        </p:nvSpPr>
        <p:spPr>
          <a:xfrm xmlns:a="http://schemas.openxmlformats.org/drawingml/2006/main">
            <a:off x="3429000" y="3124200"/>
            <a:ext cx="804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Detect AI-image evidence while reducing false alerts;</a:t>
            </a:r>
          </a:p>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explore localization of AI edits.</a:t>
            </a:r>
          </a:p>
        </p:txBody>
      </p:sp>
      <p:sp>
        <p:nvSpPr>
          <p:cNvPr id="9" name="">
            <a:extLst xmlns:a="http://schemas.openxmlformats.org/drawingml/2006/main">
              <a:ext uri="{FF2B5EF4-FFF2-40B4-BE49-F238E27FC236}">
                <a16:creationId xmlns:a16="http://schemas.microsoft.com/office/drawing/2014/main" id="{2686B854-C13E-40AF-A92E-B13ACEB27B6B}"/>
              </a:ext>
            </a:extLst>
          </p:cNvPr>
          <p:cNvSpPr>
            <a:spLocks xmlns:a="http://schemas.openxmlformats.org/drawingml/2006/main" noGrp="1"/>
          </p:cNvSpPr>
          <p:nvPr/>
        </p:nvSpPr>
        <p:spPr>
          <a:xfrm xmlns:a="http://schemas.openxmlformats.org/drawingml/2006/main">
            <a:off x="685800" y="40481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Deliverables</a:t>
            </a:r>
          </a:p>
        </p:txBody>
      </p:sp>
      <p:sp>
        <p:nvSpPr>
          <p:cNvPr id="10" name="">
            <a:extLst xmlns:a="http://schemas.openxmlformats.org/drawingml/2006/main">
              <a:ext uri="{FF2B5EF4-FFF2-40B4-BE49-F238E27FC236}">
                <a16:creationId xmlns:a16="http://schemas.microsoft.com/office/drawing/2014/main" id="{24339CFF-6534-4668-8964-38A88D92FFCD}"/>
              </a:ext>
            </a:extLst>
          </p:cNvPr>
          <p:cNvSpPr>
            <a:spLocks xmlns:a="http://schemas.openxmlformats.org/drawingml/2006/main" noGrp="1"/>
          </p:cNvSpPr>
          <p:nvPr/>
        </p:nvSpPr>
        <p:spPr>
          <a:xfrm xmlns:a="http://schemas.openxmlformats.org/drawingml/2006/main">
            <a:off x="3429000" y="4048125"/>
            <a:ext cx="8048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E92 adaptation using 12,269 training images.</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Local demo and documented experiments.</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Model2 localization remains experimental.</a:t>
            </a:r>
          </a:p>
        </p:txBody>
      </p:sp>
      <p:sp>
        <p:nvSpPr>
          <p:cNvPr id="11" name="">
            <a:extLst xmlns:a="http://schemas.openxmlformats.org/drawingml/2006/main">
              <a:ext uri="{FF2B5EF4-FFF2-40B4-BE49-F238E27FC236}">
                <a16:creationId xmlns:a16="http://schemas.microsoft.com/office/drawing/2014/main" id="{DAD1A2FF-5CBB-455F-930E-8C78DD0C481C}"/>
              </a:ext>
            </a:extLst>
          </p:cNvPr>
          <p:cNvSpPr>
            <a:spLocks xmlns:a="http://schemas.openxmlformats.org/drawingml/2006/main" noGrp="1"/>
          </p:cNvSpPr>
          <p:nvPr/>
        </p:nvSpPr>
        <p:spPr>
          <a:xfrm xmlns:a="http://schemas.openxmlformats.org/drawingml/2006/main">
            <a:off x="685800" y="5095875"/>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Development</a:t>
            </a:r>
          </a:p>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result</a:t>
            </a:r>
          </a:p>
        </p:txBody>
      </p:sp>
      <p:sp>
        <p:nvSpPr>
          <p:cNvPr id="12" name="">
            <a:extLst xmlns:a="http://schemas.openxmlformats.org/drawingml/2006/main">
              <a:ext uri="{FF2B5EF4-FFF2-40B4-BE49-F238E27FC236}">
                <a16:creationId xmlns:a16="http://schemas.microsoft.com/office/drawing/2014/main" id="{E9A2BC92-0EFB-463F-BC42-36CFA28219EF}"/>
              </a:ext>
            </a:extLst>
          </p:cNvPr>
          <p:cNvSpPr>
            <a:spLocks xmlns:a="http://schemas.openxmlformats.org/drawingml/2006/main" noGrp="1"/>
          </p:cNvSpPr>
          <p:nvPr/>
        </p:nvSpPr>
        <p:spPr>
          <a:xfrm xmlns:a="http://schemas.openxmlformats.org/drawingml/2006/main">
            <a:off x="3429000" y="5095875"/>
            <a:ext cx="8048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Reused data: 159/160 AI detected in each condition.</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Real false alerts: 0/160 original; 14/160 processed.</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20/20 numerical checks; one new AI miss blocked acceptance.</a:t>
            </a:r>
          </a:p>
        </p:txBody>
      </p:sp>
      <p:sp>
        <p:nvSpPr>
          <p:cNvPr id="13" name="">
            <a:extLst xmlns:a="http://schemas.openxmlformats.org/drawingml/2006/main">
              <a:ext uri="{FF2B5EF4-FFF2-40B4-BE49-F238E27FC236}">
                <a16:creationId xmlns:a16="http://schemas.microsoft.com/office/drawing/2014/main" id="{C0E35F99-5531-418B-9576-93B874BE3524}"/>
              </a:ext>
            </a:extLst>
          </p:cNvPr>
          <p:cNvSpPr>
            <a:spLocks xmlns:a="http://schemas.openxmlformats.org/drawingml/2006/main" noGrp="1"/>
          </p:cNvSpPr>
          <p:nvPr/>
        </p:nvSpPr>
        <p:spPr>
          <a:xfrm xmlns:a="http://schemas.openxmlformats.org/drawingml/2006/main">
            <a:off x="685800" y="5981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Supervisor: Önder Çelebi, Director · Submission date: [TO COMPLETE]</a:t>
            </a:r>
          </a:p>
        </p:txBody>
      </p:sp>
    </p:spTree>
    <p:extLst>
      <p:ext uri="{BB962C8B-B14F-4D97-AF65-F5344CB8AC3E}">
        <p14:creationId xmlns:p14="http://schemas.microsoft.com/office/powerpoint/2010/main" val="1288607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2026-09-28T12:34:26.4410000Z</dcterms:created>
  <dcterms:modified xsi:type="dcterms:W3CDTF">2026-09-28T12:34:26.4410000Z</dcterms:modified>
</coreProperties>
</file>